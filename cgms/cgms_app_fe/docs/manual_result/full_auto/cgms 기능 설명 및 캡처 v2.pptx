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CGMS QA Full Auto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총 37개 / 성공 37개 / 실패 0개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LO_01_01  로그인 선택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/login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앱 최초 진입 또는 로그아웃 후 인증 방식 선택. Google/Apple/Kakao SNS 로그인 또는 게스트(로컬) 모드 진입 제공.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SNS 로그인 버튼(Google/Apple/Kakao), 게스트 로그인 버튼, Easy Login 시트(QA용)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[AppBar] Login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EASY LOGIN (GOOGLE/APPLE/KAKAO) → Easy Login 시트 오픈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CREATE ACCOUNT → Lo0201SignUpIntroScreen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EXISTING LOGIN → SignInOneScreen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CONTINUE AS GUEST → guestMode=true, /home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[시트] Easy Login: ListTile Continue with Google/Apple/Kakao, TextButton Close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[이미지] splash2 (앱 로고)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LoginChoiceScreen.build()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LO_01_02  Google 로그인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/lo/01/02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Google OAuth를 통한 회원 인증. Web 클라이언트 ID 기반 인증 후 토큰 저장 및 메인 화면 전환.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Google Sign-In 진행 상태, 결과 표시 영역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Google Sign-In 진행 상태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[결과] 인증 성공/실패 안내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1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Lo0102GoogleLoginScreen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LO_01_03  Apple 로그인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/lo/01/03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Apple Sign-In을 통한 회원 인증. iOS/Android 지원.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Apple 인증 진행 상태, 결과 표시 영역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Apple Sign-In 진행 상태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[결과] 인증 성공/실패 안내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1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Lo0103AppleLoginScreen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LO_01_04  Kakao 로그인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/lo/01/04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Kakao OAuth를 통한 회원 인증. 네이티브 앱 키 기반.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Kakao 로그인 진행 상태, 결과 표시 영역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Kakao Sign-In 진행 상태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[결과] 인증 성공/실패 안내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1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Lo0104KakaoLoginScreen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LO_02_01  회원가입 시작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/lo/02/01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신규 회원 가입 플로우 진입. 약관 동의→전화 인증→회원정보 입력→가입 완료 순서로 진행.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가입 단계 안내, 약관/전화인증/정보입력 선택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[안내] 가입 플로우 단계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약관/전화인증/정보입력 선택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2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Lo0201SignUpIntroScreen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LO_02_02  약관 동의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/lo/02/02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가입 필수 약관 확인 및 동의. 동의 체크 후 다음 단계 진행.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약관 목록, 체크박스, 동의/다음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[체크박스] I agree to receive CGMS alert notifications (sc0101Consent)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동의/다음 → 다음 단계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2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Lo0202TermsScreen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LO_02_03  전화 인증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/lo/02/03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전화번호 기반 본인 인증. 인증번호 발송·입력·검증.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전화번호 입력, 인증코드 입력, 인증 완료 표시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전화번호 (TextField)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인증코드 (TextField)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인증번호 발송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인증 완료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2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Lo0203PhoneVerifyScreen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LO_02_04  회원정보 입력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/lo/02/04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가입 필수 정보(이름, 생년월일 등) 입력. 서버 전송 후 가입 완료.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이름/생년월일/성별 등 입력 필드, 저장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이름 (TextField)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생년월일 (DatePicker)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성별 (Radio/Dropdown)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저장/다음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2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Lo0204UserInfoWrapperScreen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LO_02_05  가입 완료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/lo/02/05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회원가입 완료 확인. 메인 또는 로그인 화면으로 진입.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인증·계정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완료 메시지, 다음 단계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가입 완료 메시지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메인/로그인 진입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LO_02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Lo0205SignUpCompleteScreen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GU_01_01  메인 대시보드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/gu/01/01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현재 혈당 수치·추세·센서 잔여일수 표시. High(AR_01_03)/Low(AR_01_04) 설정값에 따른 차트 기준선 반영. glucoseUnit(mg/dL·mmol/L) 적용.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1. 블루투스 연결 / 4. 미구현(고·저 라인)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혈당 카드, 추세 화살표, 차트, 센서 잔여일, 하단 6탭(Home/Trend/Report/Sensor/Alarm/Settings)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혈당 수치 (mg/dL 또는 mmol/L), 추세 화살표(up/down/flat)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[차트] LineChart (High/Low 기준선 반영)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Last measured, Remaining Xd Xh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[하단탭] Home, Trend, Report, Sensor, Alarm, Settings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[FAB/오버레이] 이벤트 추가 (MemoModal)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GU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MainDashboardPage.build()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TG_01_01  트렌드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/tg/01/01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기간별 혈당 추세·통계 확인. Time in Range, 평균, GMI 등. glucoseUnit 반영.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기간별 통계·추세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기간 선택(1/7/30/90일), 통계 카드, 추세 차트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[탭] 1 day, 7 days, 30 days, 90 days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Time in Range, Average, StdDev, Hypo/Hyper, GMI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[차트] 기간별 혈당 추이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TG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TrendTabPage.build()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TG_01_02  트렌드 가로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/tg/01/02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가로 모드 확대 차트. 상세 혈당 추이 확인.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기간별 통계·추세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확대된 차트 뷰, Y축 단위 반영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[차트] 가로 확대 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[Y축] glucoseUnit 반영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TG_01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Tg0102ChartLandscapeScreen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RP_01_01  리포트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/rp/01/01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Glucose Report. 기간별(1/7/30/90일) 사용자 프로필·Key Metrics(Time in Range, Average, StdDev, Hypo/Hyper, GMI)·Range Distribution 차트. Share/Export 제공.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QA_검수 17번 Report 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기간 탭, Profile 카드, Summary KPI, Range Distribution 파이차트, Share·Export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[헤더] Glucose Report (RP_01_01)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[탭] 1 day, 7 days, 30 days, 90 days (기간 선택)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Profile: username, email, phone, Age, Gender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Share → /sc/07/01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Export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Summary: Time in Range, Average, StdDev/CV, Hypo/Hyper, GMI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[차트] Range Distribution (파이)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RP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CgmsReportScreen.build()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ME_01_01  이벤트 편집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/me/01/01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식사·운동·인슐린 등 이벤트 기록 추가·편집. 메모·타입 선택.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이벤트 기록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이벤트 타입 선택, 메모 입력, 저장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[선택] 이벤트 타입 (식사/운동/인슐린 등)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메모 (TextField)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저장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ME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Me0101EventEditorScreen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PD_01_01  이전 데이터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/pd/01/01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eqsn별 과거 센서 데이터 조회. 기간·센서 선택.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과거 데이터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eqsn별 리스트, 기간별 데이터 범위, 차트/통계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[리스트] eqsn별 센서 카드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기간별 데이터 범위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새로고침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PD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Pd0101PreviousDataScreen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SC_01_01  권한/범위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최초 센서 등록 전 권한 동의 및 혈당 범위(저·고) 임계값 설정. sc0101Consent, sc0101Low, sc0101High 저장.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블루투스 연결 흐름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권한 동의, Low/High 범위 입력, 다음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[체크박스] I agree to receive CGMS alert notifications (sc0101Consent)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Low (40~120, num)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High (120~300, num)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Save → sc0101Consent, sc0101Low, sc0101High, alarmsCache 갱신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Sc0101PermissionRangeScreen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SC_01_03  NFC 스캔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/sc/01/03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NFC 기반 센서 연결 가이드. NFC 태깅으로 기기 인식.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블루투스 연결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NFC 안내, 태깅 동작 상태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[안내] NFC 태깅 가이드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NFC 인식 상태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1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Sc0103NfcScanScreen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SC_01_04  QR 스캔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/sc/01/04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QR 스캔 자동 접속. QR 형식 #1;#2;#3(ADV이름;ID+MAC;일련번호). MAC 기반 BLE 연결 후 워밍업 자동 이동. Register Device=SAVE&amp;SYNC와 동일(최초 eqsn DB 저장).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1-2. QR 스캔 자동 접속 / Register Device=SC_04_01 SAVE&amp;SYNC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카메라 뷰, Detected Result(Model, Manufactured, Serial), Register Device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[카메라] MobileScanner (QR 스캔)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Detected Result: Model, Manufactured, Sample Flag, Serial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Register Device → eqsn·registeredDevices 저장, BLE 연결 시작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1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SensorQrConnectPage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SC_01_05  수동 SN 입력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/sc/01/05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수동 접속 시 시리얼번호(5자리) 입력. SN 미입력 시 MAC 대체 사용. 입력 시 기존 manual_sn 항목 덮어쓰기.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1-1. 수동 접속 / SC_04_01 시리얼 등록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SN 입력 필드, 저장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Serial Number (TextField, 5자리)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Save → eqsn, registeredDevices(manual_sn 덮어쓰기)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SN 미입력 시 MAC 대체 사용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1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Sc0105ManualSnScreen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SC_01_06  워밍업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/sc/01/06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최초 센서 연결 후 30분 워밍업 카운트다운. 연결 완료 시 자동 진입. 시작/종료 시각 표시.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1-2. 연결 완료 시 워밍업 페이지 자동 이동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Warming up 진행률, 남은 시간(MM:SS), Started at / Ends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[프로그레스] LinearProgressIndicator (남은 시간)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Warming up MM:SS, Started at, Ends at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1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Sc0106WarmupScreen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SC_02_01  센서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/sc/02/01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Sensor 탭. Usage period, Remaining, Start Time. Scan &amp; Connect(수동 BLE), Serial Number, Start Time, Share Data, How to remove 링크.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1. 블루투스 연결 / 2-1. Start Time 동기화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센서 카드, Status, Scan &amp; Connect, Serial Number, Start Time, Share, Remove 링크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Usage period: LinearProgressIndicator, Remaining Xd Xh, Start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[링크] Status (SC_03_01)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[링크] Scan &amp; Connect (SC_01_01 BLE)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[링크] Serial Number (SC_04_01)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[링크] Start Time (SC_05_01)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[링크] Share Data (/sc/07/01)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[링크] How to remove (SC_08_01)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2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SensorPage.build()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SC_03_01  센서 상태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/sc/03/01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BLE 연결 상태·패킷 수·배터리 등. BleService 연동.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QA_검수 15번 Status(SC_03_01)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연결 on/off, rxCount, deviceName, battery, rssi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Enable connection (BleService 연동)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deviceName, battery, rssi, rxCount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Usage period, Start at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3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SensorStatusPage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SC_04_01  시리얼 번호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/sc/04/01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SC_04_01 Serial Number. SAVE &amp; SYNC로 eqsn DB 저장. QR Register Device와 동일 기능.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Register Device=SAVE&amp;SYNC 동일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시리얼 정보, SAVE &amp; SYNC 버튼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Serial Number (TextField)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Model, Year, Sample, Serial (파싱 결과)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SAVE &amp; SYNC → eqsn 저장, 로컬DB 초기화, 서버 동기화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4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SensorSerialPage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SC_05_01  Start Time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/sc/05/01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센서 시작 시각 표시. 요구: BT 연결 시각으로 자동 동기화(사용자 저장 불필요).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2-1. Start Time 자동 동기화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시작일시 표시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시작일시 YYYY/MM/DD HH:mm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5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SensorStartTimePage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SC_06_01  NFC 재연결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/sc/06/01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NFC 재연결 절차 안내.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재연결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재연결 단계 안내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[안내] NFC 재연결 단계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6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SensorReconnectNfcPage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SC_06_02  QR 재연결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/sc/06/02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QR 재연결 절차 안내.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재연결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QR 재스캔 절차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[안내] QR 재스캔 절차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6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Sc0602QrReconnectScreen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SC_07_01  데이터 공유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/sc/07/01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혈당 데이터 공유 설정. 기간·포맷·대상 선택.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Share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공유 기간, PDF/기타 포맷, 이메일/SMS 옵션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[선택] 기간(1D/7D/30D)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[선택] 포맷(PDF 등)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Item summary, distribution, graph, user profile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Method email, SMS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공유 실행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7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Sc0701DataShareScreen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SC_08_01  센서 제거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/sc/08/01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센서 해제·삭제. How to remove.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How to remove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삭제 확인 다이얼로그, 완료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[안내] 센서 제거 가이드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삭제 확인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C_08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SensorRemovePageWrapper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AR_ROOT  알람 루트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/ar/root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Alerts(AR_01_01). Mute all, Very Low/High/Low/Rate/System 알람 타입 목록. Settings Alarms 카드와 동일 설정.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3. Alarm / 3-1. AR_01_01 저장·화면 전환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Mute all alarms, Very Low, High, Low, Rapid Change, Signal Loss, Lock Screen 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[제목] Alerts (AR_01_01)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Mute all alarms → Ar0101MuteAllScreen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Very Low → AlarmTypeDetailPage(very_low)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High → AlarmTypeDetailPage(high)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Low → AlarmTypeDetailPage(low)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Rapid Change → AlarmTypeDetailPage(rate)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Signal Loss → AlarmTypeDetailPage(system)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[행] Lock Screen → Ar0108LockScreenScreen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R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AlertsRootPage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AR_01_01  전체 무음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Mute all alarms. On/Off 저장·표시. alarmsMuteAll=true 시 소리·진동 비활성.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3. Setting Mute all 저장 / 반영 완료 2초 이내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Mute all 설명, 토글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[표시] Mute all alarms 설명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Mute all alarms (alarmsMuteAll) → Switch.adaptive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Ar0101MuteAllScreen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AR_01_02  Very 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저혈당(54mg/dL 이하) 임계값·반복·소리·진동 설정. 로컬 캐시+서버 저장.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AR_01_02 설정 범위 저장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임계값, 반복 간격, sound/vibrate 토글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Enabled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Threshold (num, mg/dL)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Repeat minutes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Sound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Vibrate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Quiet From/To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반영 완료 → AlarmDetailPage 저장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AlarmTypeDetailPage(very_low)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AR_01_03  High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고혈당 임계값 설정. 메인 차트 고혈당 라인 반영.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4. 미구현 High 라인 반영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임계값, 반복, sound/vibrate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Enabled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Threshold (고혈당, 120~300)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Sound, Vibrate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반영 완료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AlarmTypeDetailPage(high)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AR_01_04  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저혈당 임계값 설정. 메인 차트 저혈당 라인 반영.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4. 미구현 Low 라인 반영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임계값, 반복, sound/vibrate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Enabled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Threshold (저혈당, 40~120)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Sound, Vibrate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반영 완료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AlarmTypeDetailPage(low)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AR_01_05  Rapid Change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급변동(rate) 알림. 변화율 임계값 설정.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Alarm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변화율 임계값, 반복, sound/vibrate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Enabled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[입력] Rate threshold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Sound, Vibrate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반영 완료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AlarmTypeDetailPage(rate)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AR_01_06  Signal Loss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시그널 손실(system) 알림 설정.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Alarm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시스템 알림 토글, sound/vibrate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Enabled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Sound, Vibrate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[버튼] 반영 완료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AlarmTypeDetailPage(system)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AR_01_08  Lock Screen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/ar/01/08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잠금화면 혈당 표시. ar0108Enabled 설정.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Alarm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잠금화면 표시 On/Off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[토글] 잠금화면 혈당 표시 (ar0108Enabled)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AR_01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Ar0108LockScreenScreen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ST_01_01  설정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라우트: /settings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목적: General(Language, Region, Time format 24h/12h, Chart dot size, Notifications, Mute all). Units(Glucose mg/dL·mmol/L). Accessibility(High contrast, Larger font, Color blind). Alarms 목록. 사용자 카드(로그인 시 이름·이메일).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[요구] 3. Setting 저장·반영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화면: General·Units·Accessibility·Alarms 카드, 사용자 정보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UI요소: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사용자: displayName, email (로그인 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General: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- Language (en/ar) 드롭다운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- Region (KR 등)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- Time format (24h/12h)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- Chart dot size (1~10)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- Notifications 토글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- Mute all alarms (AR_01_01) 토글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Units: Glucose unit (mg/dL / mmol/L)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Accessibility: High contrast, Larger font, Color blind 토글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Alarms: High/Low/Rate/System 목록, 행 터치 시 상세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[카드] Data (debug): REFRESH, Open, Reset</a:t>
            </a:r>
            <a:endParaRPr lang="en-US" sz="800" dirty="0"/>
          </a:p>
        </p:txBody>
      </p:sp>
      <p:pic>
        <p:nvPicPr>
          <p:cNvPr id="8" name="Image 0" descr="c:\rc\_cube\empecs\empecs_cgms\docs\manual_result\full_auto\screenshots\ST_0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20240"/>
            <a:ext cx="40233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함수: SettingsPage.build()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CGMS QA Full Auto Report</dc:title>
  <dc:subject>PptxGenJS Presentation</dc:subject>
  <dc:creator>QA Bot</dc:creator>
  <cp:lastModifiedBy>QA Bot</cp:lastModifiedBy>
  <cp:revision>1</cp:revision>
  <dcterms:created xsi:type="dcterms:W3CDTF">2026-03-20T19:55:17Z</dcterms:created>
  <dcterms:modified xsi:type="dcterms:W3CDTF">2026-03-20T19:55:17Z</dcterms:modified>
</cp:coreProperties>
</file>